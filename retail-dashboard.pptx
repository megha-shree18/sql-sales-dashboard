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9A939BB-235C-41A7-BB71-C10B7A6CAD4D}" v="1" dt="2025-10-02T05:37:36.91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zarene vimal" userId="ea77cd667c9890cb" providerId="LiveId" clId="{2D8BFE6D-C663-4AE2-B560-08517012AF71}"/>
    <pc:docChg chg="addSld modSld">
      <pc:chgData name="nazarene vimal" userId="ea77cd667c9890cb" providerId="LiveId" clId="{2D8BFE6D-C663-4AE2-B560-08517012AF71}" dt="2025-10-02T05:38:11.637" v="6" actId="732"/>
      <pc:docMkLst>
        <pc:docMk/>
      </pc:docMkLst>
      <pc:sldChg chg="addSp modSp new mod">
        <pc:chgData name="nazarene vimal" userId="ea77cd667c9890cb" providerId="LiveId" clId="{2D8BFE6D-C663-4AE2-B560-08517012AF71}" dt="2025-10-02T05:38:11.637" v="6" actId="732"/>
        <pc:sldMkLst>
          <pc:docMk/>
          <pc:sldMk cId="355523208" sldId="256"/>
        </pc:sldMkLst>
        <pc:picChg chg="add mod modCrop">
          <ac:chgData name="nazarene vimal" userId="ea77cd667c9890cb" providerId="LiveId" clId="{2D8BFE6D-C663-4AE2-B560-08517012AF71}" dt="2025-10-02T05:38:11.637" v="6" actId="732"/>
          <ac:picMkLst>
            <pc:docMk/>
            <pc:sldMk cId="355523208" sldId="256"/>
            <ac:picMk id="5" creationId="{FEB0B98C-4646-B842-07C8-A0EBD6493CCB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66582-4604-3508-C921-C667A54B9A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4EA50C-03D4-3C50-62F7-73045369CE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625A50-899D-A273-02D1-E1F949CF24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DE068-BB27-41AE-A28D-909546B509D0}" type="datetimeFigureOut">
              <a:rPr lang="en-IN" smtClean="0"/>
              <a:t>02-10-2025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0864DF-7351-A0BE-4B4D-AF37C4915F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69A118-4B4B-D085-B216-5444CE15E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44E506-B1BF-4333-9EF0-5B38838033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615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F8F85-B108-0F2D-D5BE-DA656A7613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2FC31F-1220-F7E8-677D-3CB98F6D4A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61C9F5-229E-78F5-0D89-7E8CC30F0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DE068-BB27-41AE-A28D-909546B509D0}" type="datetimeFigureOut">
              <a:rPr lang="en-IN" smtClean="0"/>
              <a:t>02-10-2025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F8F6B3-E260-0C9E-710D-04741B9E2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713C30-83A1-8A51-445F-4F915A7B5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44E506-B1BF-4333-9EF0-5B38838033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98088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AB2F2-1B01-CA62-1967-B87886EE3B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415373-D96F-8402-4173-0CD9E20F4F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3AF8F0-A945-4FAB-501F-26F7514F4A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DE068-BB27-41AE-A28D-909546B509D0}" type="datetimeFigureOut">
              <a:rPr lang="en-IN" smtClean="0"/>
              <a:t>02-10-2025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0B99FC-8DB0-E238-2EC7-D79462DED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C30152-2B18-F1C1-2F51-0E3E55571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44E506-B1BF-4333-9EF0-5B38838033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3641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76272-A528-C107-4AEE-353164131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C9452E-A8AC-D55B-1613-1144F07954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7BCB5C-E4A9-0D81-7FEF-6E2040FBCA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9126EC-199D-C4C8-4163-7BDE16FB7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DE068-BB27-41AE-A28D-909546B509D0}" type="datetimeFigureOut">
              <a:rPr lang="en-IN" smtClean="0"/>
              <a:t>02-10-2025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D3DEA2-3BA7-A519-FA95-930C8AAD0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CA228F-2C11-4C67-F69A-70837B683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44E506-B1BF-4333-9EF0-5B38838033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61995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1211C-2612-8AEB-6C65-FFB8067250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DE705E-7F5B-C8B6-B83C-DFB4FD6007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C926D2-E47E-3AF1-304A-4FA6107759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44F453-733E-92E3-36D4-BEC4A0F88C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F888A8E-8DC4-9902-B399-E883AE3DBF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930E94-8872-6910-CD36-687161549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DE068-BB27-41AE-A28D-909546B509D0}" type="datetimeFigureOut">
              <a:rPr lang="en-IN" smtClean="0"/>
              <a:t>02-10-2025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1DABA6-CA95-7188-6694-06F7CA303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9E8A356-1AF1-8A3D-33E0-78985641A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44E506-B1BF-4333-9EF0-5B38838033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43897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88B76-2108-0A94-C810-26D9E774E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7E3D84-9FAF-1E5E-AFD2-0D45D2F1A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DE068-BB27-41AE-A28D-909546B509D0}" type="datetimeFigureOut">
              <a:rPr lang="en-IN" smtClean="0"/>
              <a:t>02-10-2025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4A6FE2-93C2-D37C-B9C7-41FF8AAC8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D96DD3-D67A-CE30-9496-5B164B94A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44E506-B1BF-4333-9EF0-5B38838033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0888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ADEC16E-1BC9-2E0E-2AD8-8C1C30A8CF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DE068-BB27-41AE-A28D-909546B509D0}" type="datetimeFigureOut">
              <a:rPr lang="en-IN" smtClean="0"/>
              <a:t>02-10-2025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F9FAF8-5562-14BA-3FFF-155762EDE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FD7C6F-83E7-D6D8-AAC0-E21F8270C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44E506-B1BF-4333-9EF0-5B38838033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91984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B9425-D067-4A6E-E606-288D9E61A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BCC275-FE81-5D99-B0DA-869A7A1635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3452FC-D16C-70A9-6945-CD60961BF8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7C274B-57E6-27B9-E924-B74CE4558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DE068-BB27-41AE-A28D-909546B509D0}" type="datetimeFigureOut">
              <a:rPr lang="en-IN" smtClean="0"/>
              <a:t>02-10-2025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EFF0A9-95E2-4017-1BF9-6225E9336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A6A7F3-619E-99EF-8765-B98663812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44E506-B1BF-4333-9EF0-5B38838033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20850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116AE5-140F-1F06-19CF-B1BE47B0D3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43A24A-436A-A596-518D-70CF79B988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4D4C70-ECD1-931F-AF85-727D168E71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5FF4A1-4DCA-9A1F-8674-A0088B050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DE068-BB27-41AE-A28D-909546B509D0}" type="datetimeFigureOut">
              <a:rPr lang="en-IN" smtClean="0"/>
              <a:t>02-10-2025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5AC81C-8344-D495-9B27-AD487F0C47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C561B5-5327-20CE-5758-7E52EA0FB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44E506-B1BF-4333-9EF0-5B38838033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04504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21192-5745-8D86-2713-B6462E3AD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91F737-1690-5A3E-E845-D5D278A51A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356AFE-F6A3-2CF9-95BC-31A623694D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DE068-BB27-41AE-A28D-909546B509D0}" type="datetimeFigureOut">
              <a:rPr lang="en-IN" smtClean="0"/>
              <a:t>02-10-2025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F387AA-91FF-3E6F-600E-347D56F2D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C02F00-B1CB-CBC5-EAF3-BA03970B2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44E506-B1BF-4333-9EF0-5B38838033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86561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7941738-14CA-92E8-F93C-85178EB605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EDA4B5-0C31-4F26-D528-ED5E1733CA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325A61-4FCC-31DC-20D6-2F6B72263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DE068-BB27-41AE-A28D-909546B509D0}" type="datetimeFigureOut">
              <a:rPr lang="en-IN" smtClean="0"/>
              <a:t>02-10-2025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98F3B8-143D-1994-C593-0BB9B8F35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90927D-A472-AD69-D81E-8A27C2B3B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44E506-B1BF-4333-9EF0-5B38838033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2285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ACA3B4-95AA-AC53-F08F-0B4284FAC7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D1A685-12DB-80AF-D382-2C530B7D89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4C31F5-0D9B-D54E-8BF9-B946C0632A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CDE068-BB27-41AE-A28D-909546B509D0}" type="datetimeFigureOut">
              <a:rPr lang="en-IN" smtClean="0"/>
              <a:t>02-10-2025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4F8B8D-0FBF-32C0-9574-4393301585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2A814A-30D0-734A-155D-BCC9EAA2D9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44E506-B1BF-4333-9EF0-5B38838033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04003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CD13A-4019-D408-C535-7C9F07C4171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E77C69-8709-260F-832C-A644F76C721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B0B98C-4646-B842-07C8-A0EBD6493C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258" b="7482"/>
          <a:stretch>
            <a:fillRect/>
          </a:stretch>
        </p:blipFill>
        <p:spPr>
          <a:xfrm>
            <a:off x="0" y="-132735"/>
            <a:ext cx="11916697" cy="6990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5232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nazarene vimal</dc:creator>
  <cp:lastModifiedBy>nazarene vimal</cp:lastModifiedBy>
  <cp:revision>1</cp:revision>
  <dcterms:created xsi:type="dcterms:W3CDTF">2025-10-02T05:36:59Z</dcterms:created>
  <dcterms:modified xsi:type="dcterms:W3CDTF">2025-10-02T05:38:21Z</dcterms:modified>
</cp:coreProperties>
</file>